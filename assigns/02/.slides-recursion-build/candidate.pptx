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8ab3a04b3b4a7f" /><Relationship Type="http://schemas.openxmlformats.org/officeDocument/2006/relationships/extended-properties" Target="/docProps/app.xml" Id="R425688833a0e440e" /><Relationship Type="http://schemas.openxmlformats.org/officeDocument/2006/relationships/officeDocument" Target="/ppt/presentation.xml" Id="R5224b74dcd5049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3e2d30203248fc"/>
  </p:sldMasterIdLst>
  <p:notesMasterIdLst>
    <p:notesMasterId xmlns:r="http://schemas.openxmlformats.org/officeDocument/2006/relationships" r:id="Raff858dbbf114223"/>
  </p:notesMasterIdLst>
  <p:sldIdLst>
    <p:sldId xmlns:r="http://schemas.openxmlformats.org/officeDocument/2006/relationships" id="256" r:id="Rcf612970e463441d"/>
    <p:sldId xmlns:r="http://schemas.openxmlformats.org/officeDocument/2006/relationships" id="257" r:id="Ra11f082a65b54f34"/>
    <p:sldId xmlns:r="http://schemas.openxmlformats.org/officeDocument/2006/relationships" id="258" r:id="R3da63c6f2aa4459a"/>
    <p:sldId xmlns:r="http://schemas.openxmlformats.org/officeDocument/2006/relationships" id="259" r:id="R26a7a8d342e14aa8"/>
    <p:sldId xmlns:r="http://schemas.openxmlformats.org/officeDocument/2006/relationships" id="260" r:id="R3adea4d0c50f4b36"/>
    <p:sldId xmlns:r="http://schemas.openxmlformats.org/officeDocument/2006/relationships" id="261" r:id="Rec41fddf80a14d2a"/>
    <p:sldId xmlns:r="http://schemas.openxmlformats.org/officeDocument/2006/relationships" id="262" r:id="R0a8b13e9c29449a8"/>
    <p:sldId xmlns:r="http://schemas.openxmlformats.org/officeDocument/2006/relationships" id="263" r:id="R2a1cc6207da843f8"/>
    <p:sldId xmlns:r="http://schemas.openxmlformats.org/officeDocument/2006/relationships" id="264" r:id="R28bd6b262de247cd"/>
    <p:sldId xmlns:r="http://schemas.openxmlformats.org/officeDocument/2006/relationships" id="265" r:id="R6917cf556c1a4373"/>
    <p:sldId xmlns:r="http://schemas.openxmlformats.org/officeDocument/2006/relationships" id="266" r:id="Rbe01bd6bd4c84146"/>
    <p:sldId xmlns:r="http://schemas.openxmlformats.org/officeDocument/2006/relationships" id="267" r:id="R6ce7e568419b45f1"/>
    <p:sldId xmlns:r="http://schemas.openxmlformats.org/officeDocument/2006/relationships" id="268" r:id="Rb84686a07d094a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d49530be2c45b9" /><Relationship Type="http://schemas.openxmlformats.org/officeDocument/2006/relationships/slideMaster" Target="/ppt/slideMasters/slideMaster1.xml" Id="Ra43e2d30203248fc" /><Relationship Type="http://schemas.openxmlformats.org/officeDocument/2006/relationships/notesMaster" Target="/ppt/notesMasters/notesMaster1.xml" Id="Raff858dbbf114223" /><Relationship Type="http://schemas.openxmlformats.org/officeDocument/2006/relationships/presProps" Target="/ppt/presProps.xml" Id="R726519a2c67d4835" /><Relationship Type="http://schemas.openxmlformats.org/officeDocument/2006/relationships/tableStyles" Target="/ppt/tableStyles.xml" Id="R450293fa005e472b" /><Relationship Type="http://schemas.openxmlformats.org/officeDocument/2006/relationships/slide" Target="/ppt/slides/slide1.xml" Id="Rcf612970e463441d" /><Relationship Type="http://schemas.openxmlformats.org/officeDocument/2006/relationships/slide" Target="/ppt/slides/slide2.xml" Id="Ra11f082a65b54f34" /><Relationship Type="http://schemas.openxmlformats.org/officeDocument/2006/relationships/slide" Target="/ppt/slides/slide3.xml" Id="R3da63c6f2aa4459a" /><Relationship Type="http://schemas.openxmlformats.org/officeDocument/2006/relationships/slide" Target="/ppt/slides/slide4.xml" Id="R26a7a8d342e14aa8" /><Relationship Type="http://schemas.openxmlformats.org/officeDocument/2006/relationships/slide" Target="/ppt/slides/slide5.xml" Id="R3adea4d0c50f4b36" /><Relationship Type="http://schemas.openxmlformats.org/officeDocument/2006/relationships/slide" Target="/ppt/slides/slide6.xml" Id="Rec41fddf80a14d2a" /><Relationship Type="http://schemas.openxmlformats.org/officeDocument/2006/relationships/slide" Target="/ppt/slides/slide7.xml" Id="R0a8b13e9c29449a8" /><Relationship Type="http://schemas.openxmlformats.org/officeDocument/2006/relationships/slide" Target="/ppt/slides/slide8.xml" Id="R2a1cc6207da843f8" /><Relationship Type="http://schemas.openxmlformats.org/officeDocument/2006/relationships/slide" Target="/ppt/slides/slide9.xml" Id="R28bd6b262de247cd" /><Relationship Type="http://schemas.openxmlformats.org/officeDocument/2006/relationships/slide" Target="/ppt/slides/slide10.xml" Id="R6917cf556c1a4373" /><Relationship Type="http://schemas.openxmlformats.org/officeDocument/2006/relationships/slide" Target="/ppt/slides/slide11.xml" Id="Rbe01bd6bd4c84146" /><Relationship Type="http://schemas.openxmlformats.org/officeDocument/2006/relationships/slide" Target="/ppt/slides/slide12.xml" Id="R6ce7e568419b45f1" /><Relationship Type="http://schemas.openxmlformats.org/officeDocument/2006/relationships/slide" Target="/ppt/slides/slide13.xml" Id="Rb84686a07d094a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60ba86774742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bd554178cb4892" /><Relationship Type="http://schemas.openxmlformats.org/officeDocument/2006/relationships/notesMaster" Target="/ppt/notesMasters/notesMaster1.xml" Id="Re7dfbd8e1a7e48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c19194b776459c" /><Relationship Type="http://schemas.openxmlformats.org/officeDocument/2006/relationships/notesMaster" Target="/ppt/notesMasters/notesMaster1.xml" Id="R6e9878261aef40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0523232c0b4261" /><Relationship Type="http://schemas.openxmlformats.org/officeDocument/2006/relationships/notesMaster" Target="/ppt/notesMasters/notesMaster1.xml" Id="Rbefcff32b8f34a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32ee20c3ee4bd5" /><Relationship Type="http://schemas.openxmlformats.org/officeDocument/2006/relationships/notesMaster" Target="/ppt/notesMasters/notesMaster1.xml" Id="R67c1618d436148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c328a476c84fb3" /><Relationship Type="http://schemas.openxmlformats.org/officeDocument/2006/relationships/notesMaster" Target="/ppt/notesMasters/notesMaster1.xml" Id="R4a8bc654a97044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d242bfe2df4b0a" /><Relationship Type="http://schemas.openxmlformats.org/officeDocument/2006/relationships/notesMaster" Target="/ppt/notesMasters/notesMaster1.xml" Id="R21bd6e68ec0643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60791a1da1441b" /><Relationship Type="http://schemas.openxmlformats.org/officeDocument/2006/relationships/notesMaster" Target="/ppt/notesMasters/notesMaster1.xml" Id="Rbeb308a955b44e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7ffe4c308142e6" /><Relationship Type="http://schemas.openxmlformats.org/officeDocument/2006/relationships/notesMaster" Target="/ppt/notesMasters/notesMaster1.xml" Id="R9ea26c4dd80a47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8d68860fd14c25" /><Relationship Type="http://schemas.openxmlformats.org/officeDocument/2006/relationships/notesMaster" Target="/ppt/notesMasters/notesMaster1.xml" Id="Reed8c21e21a742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7b3e560f6d4320" /><Relationship Type="http://schemas.openxmlformats.org/officeDocument/2006/relationships/notesMaster" Target="/ppt/notesMasters/notesMaster1.xml" Id="R21671f7584ce43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39a9cd84e94990" /><Relationship Type="http://schemas.openxmlformats.org/officeDocument/2006/relationships/notesMaster" Target="/ppt/notesMasters/notesMaster1.xml" Id="Rc051e3e6b20348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9487f9ac234b54" /><Relationship Type="http://schemas.openxmlformats.org/officeDocument/2006/relationships/notesMaster" Target="/ppt/notesMasters/notesMaster1.xml" Id="R131d7def73f843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ab847e3c6f4dea" /><Relationship Type="http://schemas.openxmlformats.org/officeDocument/2006/relationships/notesMaster" Target="/ppt/notesMasters/notesMaster1.xml" Id="Rc780e28cd3b643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assigns/02/lambda0.py and Assign02.md, inspected September 15,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assigns/02/lambda0.py and Assign02.md, inspected September 15,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assigns/02/lambda0.py and Assign02.md, inspected September 15,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assigns/02/lambda0.py and Assign02.md, inspected September 15, 2026. For a closed function and a closed evaluated argument, these two substitutions respect the helper precondition. The lambda case uses one substitution.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assigns/02/lambda0.py and Assign02.md, inspected September 15,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assigns/02/lambda0.py and Assign02.md, inspected September 15,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assigns/02/lambda0.py and Assign02.md, inspected September 15,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assigns/02/lambda0.py and Assign02.md, inspected September 15, 2026. Pair behavior describes the required extension. The starter currently declares pair constructors but lacks their operational cases.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assigns/02/lambda0.py and Assign02.md, inspected September 15, 2026. Pair behavior describes the required extension. The starter currently declares pair constructors but lacks their operational cases.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assigns/02/lambda0.py and Assign02.md, inspected September 15, 2026. Pair behavior describes the required extension. The starter currently declares pair constructors but lacks their operational cases.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assigns/02/lambda0.py and Assign02.md, inspected September 15, 2026. Pair behavior describes the required extension. The starter currently declares pair constructors but lacks their operational cases.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assigns/02/lambda0.py and Assign02.md, inspected September 15, 2026. Pair behavior describes the required extension. The starter currently declares pair constructors but lacks their operational cases.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assigns/02/lambda0.py and Assign02.md, inspected September 15, 2026. Pair behavior describes the required extension. The starter currently declares pair constructors but lacks their operational cases.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4083add88447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3b2dea22fc4119" /><Relationship Type="http://schemas.openxmlformats.org/officeDocument/2006/relationships/slideLayout" Target="/ppt/slideLayouts/slideLayout1.xml" Id="R54d2bc21cc7047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d2bc21cc7047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b11595d0e4181" /><Relationship Type="http://schemas.openxmlformats.org/officeDocument/2006/relationships/notesSlide" Target="/ppt/notesSlides/notesSlide1.xml" Id="Rfe1d794b31b849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5615d4f134ccf" /><Relationship Type="http://schemas.openxmlformats.org/officeDocument/2006/relationships/notesSlide" Target="/ppt/notesSlides/notesSlide2.xml" Id="Rbab1933fab4d4a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ee94f037743f0" /><Relationship Type="http://schemas.openxmlformats.org/officeDocument/2006/relationships/notesSlide" Target="/ppt/notesSlides/notesSlide3.xml" Id="Rc4cc394b0a8944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e1b5d586e42e3" /><Relationship Type="http://schemas.openxmlformats.org/officeDocument/2006/relationships/notesSlide" Target="/ppt/notesSlides/notesSlide4.xml" Id="Ra2af82d3329b4b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c432f943d4207" /><Relationship Type="http://schemas.openxmlformats.org/officeDocument/2006/relationships/notesSlide" Target="/ppt/notesSlides/notesSlide5.xml" Id="Rc2ba38df41674a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7d97b29724741" /><Relationship Type="http://schemas.openxmlformats.org/officeDocument/2006/relationships/notesSlide" Target="/ppt/notesSlides/notesSlide6.xml" Id="R091f3ae0cc2e4c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0b29022d142f7" /><Relationship Type="http://schemas.openxmlformats.org/officeDocument/2006/relationships/notesSlide" Target="/ppt/notesSlides/notesSlide7.xml" Id="R0e503368aee240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bef4572e5410c" /><Relationship Type="http://schemas.openxmlformats.org/officeDocument/2006/relationships/notesSlide" Target="/ppt/notesSlides/notesSlide8.xml" Id="R1c590623ea404e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f859e2733474b" /><Relationship Type="http://schemas.openxmlformats.org/officeDocument/2006/relationships/notesSlide" Target="/ppt/notesSlides/notesSlide9.xml" Id="Reae32e0ce84145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e5cf690114dbf" /><Relationship Type="http://schemas.openxmlformats.org/officeDocument/2006/relationships/notesSlide" Target="/ppt/notesSlides/notesSlide10.xml" Id="R11576dbec04c46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da9e8a79d45cc" /><Relationship Type="http://schemas.openxmlformats.org/officeDocument/2006/relationships/notesSlide" Target="/ppt/notesSlides/notesSlide11.xml" Id="Rc7457c8fa0bb42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18b0c6c0543b8" /><Relationship Type="http://schemas.openxmlformats.org/officeDocument/2006/relationships/notesSlide" Target="/ppt/notesSlides/notesSlide12.xml" Id="Rb94e1baacbf44b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0ee4f8ecb4a38" /><Relationship Type="http://schemas.openxmlformats.org/officeDocument/2006/relationships/notesSlide" Target="/ppt/notesSlides/notesSlide13.xml" Id="R10b4f1c0853e4b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6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C380C-81E8-44E9-B03F-CF693E4F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Recursion and tuples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43736-6CB8-46FA-A2DD-57E6F062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1E5E5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D1E5E5"/>
                </a:solidFill>
                <a:latin typeface="DejaVu Sans"/>
                <a:ea typeface="DejaVu Sans"/>
                <a:cs typeface="DejaVu Sans"/>
              </a:rPr>
              <a:t>LAMBDA0</a:t>
            </a:r>
          </a:p>
          <a:p xmlns:a="http://schemas.openxmlformats.org/drawingml/2006/main">
            <a:pPr>
              <a:defRPr sz="2400" b="0">
                <a:solidFill>
                  <a:srgbClr val="D1E5E5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D1E5E5"/>
                </a:solidFill>
                <a:latin typeface="DejaVu Sans"/>
                <a:ea typeface="DejaVu Sans"/>
                <a:cs typeface="DejaVu Sans"/>
              </a:rPr>
              <a:t>CS413 · September 15,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F314C-1AF5-4B0F-85A8-5FA9E32F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Recursive functions with T0Mfix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Structured data with pairs and projections</a:t>
            </a:r>
          </a:p>
        </p:txBody>
      </p:sp>
    </p:spTree>
    <p:extLst>
      <p:ext uri="{BB962C8B-B14F-4D97-AF65-F5344CB8AC3E}">
        <p14:creationId xmlns:p14="http://schemas.microsoft.com/office/powerpoint/2010/main" val="2139316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0AB7E-77B8-4FF9-85C4-68E88536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rPr>
              <a:t>The current interpreter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A4EA5-794B-451F-BED6-BC3E3349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Recursion already works in lambda0.py.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The pair constructors exist, but the four term operations still need cases for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3FC23-D53A-4799-9885-DC0C2C0C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53075"/>
            <a:ext cx="10839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Pair semantics in this deck describe the assignment extension.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F25D7-3C68-4BF2-9F05-A67EE6EC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630237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250BE-98A0-43ED-8634-09515864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rPr>
              <a:t>A recursive function binds two names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D11DD-2BF2-497F-85EC-C9C1E5EB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39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f names the recursive function and x names its argument.</a:t>
            </a:r>
          </a:p>
          <a:p xmlns:a="http://schemas.openxmlformats.org/drawingml/2006/main">
            <a:pPr>
              <a:def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Both names bind occurrences in body.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77373-E728-434E-94C6-E317C9DF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763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F = T0Mfix("f", "x", body)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# F is a value.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# Evaluation waits for an application.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T0Mapp(F, argument)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20F77-3A36-474B-B2A8-B11D165F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1083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Use distinct names for the function and its parameter.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E044D-F11D-45AF-AC87-69DE18F4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057657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C47F3-A04F-4C1D-AFC9-5DC8E994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rPr>
              <a:t>Call-by-value 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3D9D9-6728-49D8-906F-AD2880F7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39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Evaluate the function first, then the argument.</a:t>
            </a:r>
          </a:p>
          <a:p xmlns:a="http://schemas.openxmlformats.org/drawingml/2006/main">
            <a:pPr>
              <a:def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For F = T0Mfix(f, x, body), substitute both values.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91F06-DA24-4FDF-A4F3-C34C9922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763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F = t0erm_cbv_evaluate0(term.arg1)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v = t0erm_cbv_evaluate0(term.arg2)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body1 = t0erm_subst0(F.arg3, F.arg2, v)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body2 = t0erm_subst0(body1, F.arg1, F)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result = t0erm_cbv_evaluate0(body2)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C0DEC-5C11-45BE-A018-B28D2420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1083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This expansion applies after checking that F is a T0Mfix.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08C50-6FA7-466B-80B1-8EED86A2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85709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C092B-F35E-49F3-B1A0-5C86E3DC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rPr>
              <a:t>A terminating recursive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318EB-4DF2-43EE-9BE8-6BB4296A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39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f(flag) = if flag then 1 + f(false) else 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C3B1A-4582-49DC-8C57-654A826F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763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F = T0Mfix("f", "flag",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    T0Mif0(T0Mvar("flag"),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        T0Mop2("+", T0Mint(1),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            T0Mapp(T0Mvar("f"), T0Mbtf(False))),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        T0Mint(0)))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t0erm_cbv_evaluate0(T0Mapp(F, T0Mbtf(True)))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# T0Mint(1)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B3668-20D6-4A80-AE0C-DB391FB8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1083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This example uses only operators in the current interpreter.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E8D7F-30F4-4340-AFAF-4AB1C4BA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06212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5977A-A1A4-4A95-9A99-DFD7E0E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rPr>
              <a:t>The recursive call reaches the base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96628-FEE9-48E2-9042-B9C56284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39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f(true) evaluates the true branch.</a:t>
            </a:r>
          </a:p>
          <a:p xmlns:a="http://schemas.openxmlformats.org/drawingml/2006/main">
            <a:pPr>
              <a:def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f(false) evaluates the false branch.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C1958-8F4B-4405-8831-A30865EF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763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f(true)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  = 1 + f(false)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  = 1 + 0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 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00294-E4BF-4B3F-9CB8-1A63E266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1083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T0Mif0 evaluates only the selected branch.</a:t>
            </a:r>
          </a:p>
          <a:p xmlns:a="http://schemas.openxmlformats.org/drawingml/2006/main">
            <a:pPr>
              <a:def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Unfolding a recursive function does not guarantee termination.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20146-8869-422B-94D6-13078B9A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989218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04D90-D388-47FD-AA53-E917D8AF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rPr>
              <a:t>Binding and substitution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CDD5D-AA9F-4C2F-9784-61F3DB53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39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For F = T0Mfix(f, x, body):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B9DC2-9207-4424-A700-B6E951F7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763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size(F) = 1 + size(body)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FV(F)   = FV(body) - {f, x}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subst(F, y, value):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    if y is f or x: leave F unchanged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    otherwise: substitute inside body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483C0-827E-496E-A2D7-D4BC2BBD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1083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The substitution helper assumes a closed replacement term.</a:t>
            </a:r>
          </a:p>
          <a:p xmlns:a="http://schemas.openxmlformats.org/drawingml/2006/main">
            <a:pPr>
              <a:def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Use closed programs with this evaluator.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C9241-6B7E-4438-8919-728C259D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593174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1604A-FD0C-4302-B274-988847F8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rPr>
              <a:t>Pairs and tuple projections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CFE23-5AE2-4FFE-A5F7-553223FC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39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A pair is a two-component tuple. Its components may have different kinds of values.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C4841-444F-4B1E-971C-E0C7F918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763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p = T0Mpair(T0Mint(7), T0Mbtf(True))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T0Mpfst(p)   # first component:  T0Mint(7)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T0Mpsnd(p)   # second component: T0Mbtf(True)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40B0B-D48E-4E47-B3F7-1FAEA292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1083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Expected results after adding the pair cases.</a:t>
            </a:r>
          </a:p>
          <a:p xmlns:a="http://schemas.openxmlformats.org/drawingml/2006/main">
            <a:pPr>
              <a:def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These objects represent language terms, not Python tuples.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D2225-F56B-4DE0-B0DA-6F4A1F53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150477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B7D29-BDCE-426B-82A5-D22ED07E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rPr>
              <a:t>Strict evaluation of pairs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7CE2C-068D-4C8E-94C9-48CCB1AA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39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Evaluate both components, left to right.</a:t>
            </a:r>
          </a:p>
          <a:p xmlns:a="http://schemas.openxmlformats.org/drawingml/2006/main">
            <a:pPr>
              <a:def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A projection evaluates its operand and requires a pair value.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B598D-8A19-49A1-91CE-24657E4F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763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pair(2 + 3, 4 * 5)  evaluates to pair(5, 20)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fst(pair(5, 20))    evaluates to 5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snd(pair(5, 20))    evaluates to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fst(pair(1, 1 / 0)) raises ZeroDivisionError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fst(7)             raises TypeError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91B7D-630E-4222-A10B-80161CD8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1083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Even the component discarded by a projection must evaluate.</a:t>
            </a:r>
          </a:p>
          <a:p xmlns:a="http://schemas.openxmlformats.org/drawingml/2006/main">
            <a:pPr>
              <a:def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Notation here abbreviates the corresponding T0M constructors.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8B879-1F81-4A14-A342-16AB8B48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845360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4A5DB-C548-4C78-B02C-968C29B7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rPr>
              <a:t>Larger tuples use nested pairs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1035F-9212-4885-A89E-45CA9136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39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Represent (a, b, c) as pair(a, pair(b, c)).</a:t>
            </a:r>
          </a:p>
          <a:p xmlns:a="http://schemas.openxmlformats.org/drawingml/2006/main">
            <a:pPr>
              <a:def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The chosen nesting determines the projection paths.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C69D8-F588-4097-A166-787BFDCE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763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t = T0Mpair(a, T0Mpair(b, c))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T0Mpfst(t)                  # a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T0Mpfst(T0Mpsnd(t))         # b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T0Mpsnd(T0Mpsnd(t))         #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375BD-0BB3-4FFF-884C-1E2C7BC7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1083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Example use: a search state containing a board, row, and candidate.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BB32D-EF7D-40E5-91B5-5EA77747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08744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C210C-01EC-4B3F-BA3D-96F53C58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rPr>
              <a:t>Pairs in all four term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58E26-DCB8-488D-8D4F-F28A5B0B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39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Pairs and projections introduce no binders.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60E53-52F1-423A-A9B1-A95957CE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763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size(pair(a,b)) = 1 + size(a) + size(b)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size(fst(t))    = 1 + size(t)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FV(pair(a,b))   = FV(a) union FV(b)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FV(fst(t))      = FV(t)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Substitution visits the pair components or projection operand.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Evaluation constructs values and checks projections.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873DC-7B0C-424D-B5C8-DF76A44D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1083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The second projection follows the same traversal rules as the first.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54034-4EFA-4EC7-B9A9-BF128813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472124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F7E68-73ED-409E-8FB1-DB702A4F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rPr>
              <a:t>A tuple can carry recursive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20921-054F-496B-AC18-201D855A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39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One parameter can hold several pieces of state.</a:t>
            </a:r>
          </a:p>
          <a:p xmlns:a="http://schemas.openxmlformats.org/drawingml/2006/main">
            <a:pPr>
              <a:def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Here state = pair(flag, total).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88519-7479-431A-8AC0-53347130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763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loop(state) =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    if fst(state)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    then loop(pair(false, snd(state) + 1))</a:t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    else snd(state)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74F61"/>
                </a:solidFill>
                <a:latin typeface="DejaVu Sans Mono"/>
                <a:ea typeface="DejaVu Sans Mono"/>
                <a:cs typeface="DejaVu Sans Mono"/>
              </a:rPr>
              <a:t>loop(pair(true, 5)) =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7B935-04B2-492B-B8B6-308FE7CC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1083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Exercise: translate this definition using T0Mfix and the pair constructors.</a:t>
            </a:r>
          </a:p>
          <a:p xmlns:a="http://schemas.openxmlformats.org/drawingml/2006/main">
            <a:pPr>
              <a:def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Run it after completing the pair extension.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BC841-8F94-4D55-8E94-CCA36EA1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878943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F6494-A5CD-452F-9AAD-CB90B848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63649"/>
                </a:solidFill>
                <a:latin typeface="DejaVu Sans"/>
                <a:ea typeface="DejaVu Sans"/>
                <a:cs typeface="DejaVu Sans"/>
              </a:rPr>
              <a:t>Exercises and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E28E3-855E-4BC3-A9B6-27611E5B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1. Translate the recursive state example into a closed t0erm.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2. Compute size and free variables for a nested pair term.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3. Test substitution under a lambda inside a pair.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4. Test both projections and an unselected component that fails.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F6C22-FBF5-4080-B8A2-728BBBA3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53075"/>
            <a:ext cx="10839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Integer comparisons are not yet implemented in this starter.</a:t>
            </a:r>
          </a:p>
          <a:p xmlns:a="http://schemas.openxmlformats.org/drawingml/2006/main">
            <a:pPr>
              <a:defRPr sz="1875" b="0">
                <a:solidFill>
                  <a:srgbClr val="20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3747"/>
                </a:solidFill>
                <a:latin typeface="DejaVu Sans"/>
                <a:ea typeface="DejaVu Sans"/>
                <a:cs typeface="DejaVu Sans"/>
              </a:rPr>
              <a:t>Add them explicitly if your eight-queens translation needs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01626-E173-4D2B-BCC9-500B7772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682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784680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2026-09-15T16:14:10.3330000Z</dcterms:created>
  <dcterms:modified xsi:type="dcterms:W3CDTF">2026-09-15T16:14:10.3330000Z</dcterms:modified>
</coreProperties>
</file>